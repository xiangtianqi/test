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708" r:id="rId3"/>
  </p:sldMasterIdLst>
  <p:sldIdLst>
    <p:sldId id="256" r:id="rId4"/>
    <p:sldId id="275" r:id="rId5"/>
    <p:sldId id="313" r:id="rId6"/>
    <p:sldId id="289" r:id="rId7"/>
    <p:sldId id="320" r:id="rId8"/>
    <p:sldId id="321" r:id="rId9"/>
    <p:sldId id="26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41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034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747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516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216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272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923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860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574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35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7868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370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749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224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82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253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10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832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57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71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330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06375"/>
            <a:ext cx="2743200" cy="438785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375"/>
            <a:ext cx="8026400" cy="438785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173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70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53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170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546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49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431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293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58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182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552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06375"/>
            <a:ext cx="2743200" cy="438785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375"/>
            <a:ext cx="8026400" cy="438785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52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868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5167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965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  <p:txStyles>
    <p:titleStyle>
      <a:lvl1pPr algn="ctr" rtl="0" eaLnBrk="1" fontAlgn="base" hangingPunct="1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5167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12262E2C-A2CC-494A-8C3F-53906177508A}" type="datetimeFigureOut">
              <a:rPr lang="zh-CN" altLang="en-US" smtClean="0"/>
              <a:t>2017/1/2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464D194B-6111-4B23-8170-AE884B01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125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  <p:txStyles>
    <p:titleStyle>
      <a:lvl1pPr algn="ctr" rtl="0" eaLnBrk="1" fontAlgn="base" hangingPunct="1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mtClean="0"/>
              <a:t>javascript</a:t>
            </a:r>
            <a:r>
              <a:rPr lang="zh-CN" altLang="en-US" smtClean="0"/>
              <a:t>魔鬼训练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mtClean="0"/>
              <a:t>第一阶段：基础和思维训练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236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57546" y="2355261"/>
            <a:ext cx="10726220" cy="2566059"/>
          </a:xfrm>
        </p:spPr>
        <p:txBody>
          <a:bodyPr/>
          <a:lstStyle/>
          <a:p>
            <a:r>
              <a:rPr lang="en-US" altLang="zh-CN" smtClean="0"/>
              <a:t/>
            </a:r>
            <a:br>
              <a:rPr lang="en-US" altLang="zh-CN" smtClean="0"/>
            </a:br>
            <a:r>
              <a:rPr lang="en-US" altLang="zh-CN"/>
              <a:t/>
            </a:r>
            <a:br>
              <a:rPr lang="en-US" altLang="zh-CN"/>
            </a:br>
            <a:r>
              <a:rPr lang="en-US" altLang="zh-CN" smtClean="0"/>
              <a:t/>
            </a:r>
            <a:br>
              <a:rPr lang="en-US" altLang="zh-CN" smtClean="0"/>
            </a:br>
            <a:r>
              <a:rPr lang="en-US" altLang="zh-CN"/>
              <a:t/>
            </a:r>
            <a:br>
              <a:rPr lang="en-US" altLang="zh-CN"/>
            </a:br>
            <a:r>
              <a:rPr lang="en-US" altLang="zh-CN" smtClean="0"/>
              <a:t/>
            </a:r>
            <a:br>
              <a:rPr lang="en-US" altLang="zh-CN" smtClean="0"/>
            </a:br>
            <a:r>
              <a:rPr lang="en-US" altLang="zh-CN"/>
              <a:t/>
            </a:r>
            <a:br>
              <a:rPr lang="en-US" altLang="zh-CN"/>
            </a:br>
            <a:r>
              <a:rPr lang="zh-CN" altLang="en-US" smtClean="0"/>
              <a:t>第八回</a:t>
            </a:r>
            <a:r>
              <a:rPr lang="en-US" altLang="zh-CN" smtClean="0"/>
              <a:t>:</a:t>
            </a:r>
            <a:br>
              <a:rPr lang="en-US" altLang="zh-CN" smtClean="0"/>
            </a:br>
            <a:r>
              <a:rPr lang="zh-CN" altLang="en-US" smtClean="0"/>
              <a:t>反复训练之</a:t>
            </a:r>
            <a:r>
              <a:rPr lang="en-US" altLang="zh-CN" smtClean="0"/>
              <a:t/>
            </a:r>
            <a:br>
              <a:rPr lang="en-US" altLang="zh-CN" smtClean="0"/>
            </a:br>
            <a:r>
              <a:rPr lang="en-US" altLang="zh-CN" smtClean="0"/>
              <a:t>object</a:t>
            </a:r>
            <a:r>
              <a:rPr lang="zh-CN" altLang="en-US" smtClean="0"/>
              <a:t>中属性</a:t>
            </a:r>
            <a:r>
              <a:rPr lang="en-US" altLang="zh-CN" smtClean="0"/>
              <a:t>"</a:t>
            </a:r>
            <a:r>
              <a:rPr lang="zh-CN" altLang="en-US" smtClean="0"/>
              <a:t>监控</a:t>
            </a:r>
            <a:r>
              <a:rPr lang="en-US" altLang="zh-CN" smtClean="0"/>
              <a:t>"(</a:t>
            </a:r>
            <a:r>
              <a:rPr lang="zh-CN" altLang="en-US" smtClean="0"/>
              <a:t>中</a:t>
            </a:r>
            <a:r>
              <a:rPr lang="en-US" altLang="zh-CN" smtClean="0"/>
              <a:t>)</a:t>
            </a:r>
            <a:br>
              <a:rPr lang="en-US" altLang="zh-CN" smtClean="0"/>
            </a:br>
            <a:r>
              <a:rPr lang="zh-CN" altLang="en-US" smtClean="0"/>
              <a:t>自动更新页面数据</a:t>
            </a:r>
            <a:r>
              <a:rPr lang="en-US" altLang="zh-CN" smtClean="0"/>
              <a:t/>
            </a:r>
            <a:br>
              <a:rPr lang="en-US" altLang="zh-CN" smtClean="0"/>
            </a:br>
            <a:r>
              <a:rPr lang="en-US" altLang="zh-CN" smtClean="0"/>
              <a:t> 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349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69479" y="356659"/>
            <a:ext cx="9480031" cy="639804"/>
          </a:xfrm>
        </p:spPr>
        <p:txBody>
          <a:bodyPr/>
          <a:lstStyle/>
          <a:p>
            <a:r>
              <a:rPr lang="zh-CN" altLang="en-US" sz="4000" b="1" smtClean="0">
                <a:solidFill>
                  <a:schemeClr val="bg1"/>
                </a:solidFill>
                <a:latin typeface="+mn-ea"/>
                <a:ea typeface="+mn-ea"/>
              </a:rPr>
              <a:t>本期目标</a:t>
            </a:r>
            <a:endParaRPr lang="zh-CN" altLang="en-US" sz="40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type="subTitle" idx="1"/>
          </p:nvPr>
        </p:nvSpPr>
        <p:spPr>
          <a:xfrm>
            <a:off x="269632" y="996463"/>
            <a:ext cx="11877180" cy="5841532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altLang="zh-CN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lang="en-US" altLang="zh-CN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  <a:p>
            <a:pPr algn="l">
              <a:lnSpc>
                <a:spcPct val="150000"/>
              </a:lnSpc>
            </a:pPr>
            <a:endParaRPr lang="en-US" altLang="zh-CN" sz="24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</a:pPr>
            <a:endParaRPr lang="en-US" altLang="zh-CN" sz="240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en-US" altLang="zh-CN" sz="280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</a:pPr>
            <a:endParaRPr lang="en-US" altLang="zh-CN" sz="24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en-US" altLang="zh-CN" sz="24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03070" y="2875813"/>
            <a:ext cx="90103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chemeClr val="bg1"/>
                </a:solidFill>
              </a:rPr>
              <a:t>	</a:t>
            </a:r>
            <a:r>
              <a:rPr lang="en-US" altLang="zh-CN" sz="3200" smtClean="0">
                <a:solidFill>
                  <a:schemeClr val="bg1"/>
                </a:solidFill>
              </a:rPr>
              <a:t> </a:t>
            </a:r>
            <a:r>
              <a:rPr lang="zh-CN" altLang="en-US" sz="3200" smtClean="0">
                <a:solidFill>
                  <a:schemeClr val="bg1"/>
                </a:solidFill>
              </a:rPr>
              <a:t>把我们的代码逐步过渡到</a:t>
            </a:r>
            <a:r>
              <a:rPr lang="en-US" altLang="zh-CN" sz="3200" smtClean="0">
                <a:solidFill>
                  <a:schemeClr val="bg1"/>
                </a:solidFill>
              </a:rPr>
              <a:t>ES2015(es6?)</a:t>
            </a:r>
            <a:endParaRPr lang="en-US" sz="3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6978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69479" y="356659"/>
            <a:ext cx="9480031" cy="639804"/>
          </a:xfrm>
        </p:spPr>
        <p:txBody>
          <a:bodyPr/>
          <a:lstStyle/>
          <a:p>
            <a:r>
              <a:rPr lang="zh-CN" altLang="en-US" sz="4000" b="1" smtClean="0">
                <a:solidFill>
                  <a:schemeClr val="bg1"/>
                </a:solidFill>
                <a:latin typeface="+mn-ea"/>
                <a:ea typeface="+mn-ea"/>
              </a:rPr>
              <a:t>目前我们课程代码的结构</a:t>
            </a:r>
            <a:endParaRPr lang="zh-CN" altLang="en-US" sz="40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00966" y="1186664"/>
            <a:ext cx="4116921" cy="22911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mtClean="0"/>
              <a:t>GOD(</a:t>
            </a:r>
            <a:r>
              <a:rPr lang="zh-CN" altLang="en-US" smtClean="0"/>
              <a:t>这是一个母对象）专门负责</a:t>
            </a:r>
            <a:endParaRPr lang="en-US" altLang="zh-CN" smtClean="0"/>
          </a:p>
          <a:p>
            <a:r>
              <a:rPr lang="en-US" smtClean="0"/>
              <a:t>1</a:t>
            </a:r>
            <a:r>
              <a:rPr lang="zh-CN" altLang="en-US" smtClean="0"/>
              <a:t>、加工传入的业务对象</a:t>
            </a:r>
            <a:endParaRPr lang="en-US" altLang="zh-CN" smtClean="0"/>
          </a:p>
          <a:p>
            <a:r>
              <a:rPr lang="en-US" smtClean="0"/>
              <a:t>2</a:t>
            </a:r>
            <a:r>
              <a:rPr lang="zh-CN" altLang="en-US" smtClean="0"/>
              <a:t>、把重要属性让业务对象可访问</a:t>
            </a:r>
            <a:endParaRPr lang="en-US" altLang="zh-CN" smtClean="0"/>
          </a:p>
          <a:p>
            <a:r>
              <a:rPr lang="en-US" smtClean="0"/>
              <a:t>3</a:t>
            </a:r>
            <a:r>
              <a:rPr lang="zh-CN" altLang="en-US" smtClean="0"/>
              <a:t>、把一些属性密封起来</a:t>
            </a:r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7592603" y="1946952"/>
            <a:ext cx="3575406" cy="1330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/>
              <a:t>目的是啥？</a:t>
            </a:r>
            <a:endParaRPr lang="en-US" altLang="zh-CN" smtClean="0"/>
          </a:p>
          <a:p>
            <a:pPr algn="ctr"/>
            <a:r>
              <a:rPr lang="zh-CN" altLang="en-US" smtClean="0"/>
              <a:t>让我们的业务对象</a:t>
            </a:r>
            <a:endParaRPr lang="en-US" altLang="zh-CN" smtClean="0"/>
          </a:p>
          <a:p>
            <a:pPr algn="ctr"/>
            <a:r>
              <a:rPr lang="zh-CN" altLang="en-US" smtClean="0"/>
              <a:t>具备较强的</a:t>
            </a:r>
            <a:r>
              <a:rPr lang="zh-CN" altLang="en-US" smtClean="0">
                <a:solidFill>
                  <a:srgbClr val="FF0000"/>
                </a:solidFill>
              </a:rPr>
              <a:t>可编程性、可扩展性、规范性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31515" y="5301465"/>
            <a:ext cx="2280863" cy="11815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/>
              <a:t>业务子对象，约定通用的</a:t>
            </a:r>
            <a:r>
              <a:rPr lang="en-US" altLang="zh-CN" smtClean="0"/>
              <a:t>data</a:t>
            </a:r>
            <a:r>
              <a:rPr lang="zh-CN" altLang="en-US" smtClean="0"/>
              <a:t>方法和</a:t>
            </a:r>
            <a:r>
              <a:rPr lang="en-US" altLang="zh-CN" smtClean="0"/>
              <a:t>methods</a:t>
            </a:r>
            <a:r>
              <a:rPr lang="zh-CN" altLang="en-US" smtClean="0"/>
              <a:t>子对象</a:t>
            </a:r>
            <a:endParaRPr lang="en-US"/>
          </a:p>
        </p:txBody>
      </p:sp>
      <p:sp>
        <p:nvSpPr>
          <p:cNvPr id="10" name="圆角矩形 9"/>
          <p:cNvSpPr/>
          <p:nvPr/>
        </p:nvSpPr>
        <p:spPr>
          <a:xfrm>
            <a:off x="3193551" y="5433316"/>
            <a:ext cx="2280863" cy="11815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/>
              <a:t>业务子对象，约定通用的</a:t>
            </a:r>
            <a:r>
              <a:rPr lang="en-US" altLang="zh-CN" smtClean="0"/>
              <a:t>data</a:t>
            </a:r>
            <a:r>
              <a:rPr lang="zh-CN" altLang="en-US" smtClean="0"/>
              <a:t>方法和</a:t>
            </a:r>
            <a:r>
              <a:rPr lang="en-US" altLang="zh-CN" smtClean="0"/>
              <a:t>methods</a:t>
            </a:r>
            <a:r>
              <a:rPr lang="zh-CN" altLang="en-US" smtClean="0"/>
              <a:t>子对象</a:t>
            </a:r>
            <a:endParaRPr lang="en-US"/>
          </a:p>
        </p:txBody>
      </p:sp>
      <p:cxnSp>
        <p:nvCxnSpPr>
          <p:cNvPr id="12" name="直接箭头连接符 11"/>
          <p:cNvCxnSpPr>
            <a:stCxn id="5" idx="2"/>
          </p:cNvCxnSpPr>
          <p:nvPr/>
        </p:nvCxnSpPr>
        <p:spPr>
          <a:xfrm flipH="1">
            <a:off x="1369479" y="3477801"/>
            <a:ext cx="989948" cy="1823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5" idx="2"/>
            <a:endCxn id="10" idx="0"/>
          </p:cNvCxnSpPr>
          <p:nvPr/>
        </p:nvCxnSpPr>
        <p:spPr>
          <a:xfrm>
            <a:off x="2359427" y="3477801"/>
            <a:ext cx="1974556" cy="1955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647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69479" y="356659"/>
            <a:ext cx="9480031" cy="639804"/>
          </a:xfrm>
        </p:spPr>
        <p:txBody>
          <a:bodyPr/>
          <a:lstStyle/>
          <a:p>
            <a:r>
              <a:rPr lang="zh-CN" altLang="en-US" sz="4000" b="1" smtClean="0">
                <a:solidFill>
                  <a:schemeClr val="bg1"/>
                </a:solidFill>
                <a:latin typeface="+mn-ea"/>
                <a:ea typeface="+mn-ea"/>
              </a:rPr>
              <a:t>上节课课后作业</a:t>
            </a:r>
            <a:endParaRPr lang="zh-CN" altLang="en-US" sz="40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type="subTitle" idx="1"/>
          </p:nvPr>
        </p:nvSpPr>
        <p:spPr>
          <a:xfrm>
            <a:off x="269632" y="996463"/>
            <a:ext cx="11877180" cy="5841532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实现对</a:t>
            </a:r>
            <a:r>
              <a:rPr lang="en-US" altLang="zh-CN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GOD</a:t>
            </a:r>
            <a:r>
              <a:rPr lang="zh-CN" altLang="en-US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对象某个属性进行“监控”，当发生改变后弹出“警告”</a:t>
            </a:r>
            <a:endParaRPr lang="en-US" altLang="zh-CN" sz="240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</a:pPr>
            <a:endParaRPr lang="en-US" altLang="zh-CN" sz="24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God</a:t>
            </a:r>
            <a:r>
              <a:rPr lang="zh-CN" altLang="en-US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对象中定义一个方法叫做</a:t>
            </a:r>
            <a:r>
              <a:rPr lang="en-US" altLang="zh-CN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watch</a:t>
            </a:r>
          </a:p>
          <a:p>
            <a:pPr algn="l">
              <a:lnSpc>
                <a:spcPct val="150000"/>
              </a:lnSpc>
            </a:pPr>
            <a:r>
              <a:rPr lang="zh-CN" altLang="en-US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接收</a:t>
            </a:r>
            <a:r>
              <a:rPr lang="zh-CN" altLang="en-US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一个参数（属性名参数），一旦该属性名对应的属性值 被子对象修改。则弹出警告</a:t>
            </a:r>
            <a:endParaRPr lang="en-US" altLang="zh-CN" sz="240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</a:pPr>
            <a:endParaRPr lang="en-US" altLang="zh-CN" sz="240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</a:pPr>
            <a:endParaRPr lang="en-US" altLang="zh-CN" sz="240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并</a:t>
            </a:r>
            <a:r>
              <a:rPr lang="zh-CN" altLang="en-US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思考，这个所谓的监控在实际业务中有什么作用</a:t>
            </a:r>
            <a:endParaRPr lang="en-US" altLang="zh-CN" sz="24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619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69479" y="356659"/>
            <a:ext cx="9480031" cy="639804"/>
          </a:xfrm>
        </p:spPr>
        <p:txBody>
          <a:bodyPr/>
          <a:lstStyle/>
          <a:p>
            <a:r>
              <a:rPr lang="zh-CN" altLang="en-US" sz="4000" b="1" smtClean="0">
                <a:solidFill>
                  <a:schemeClr val="bg1"/>
                </a:solidFill>
                <a:latin typeface="+mn-ea"/>
                <a:ea typeface="+mn-ea"/>
              </a:rPr>
              <a:t>我们来做个列子，看看实际中怎么用</a:t>
            </a:r>
            <a:endParaRPr lang="zh-CN" altLang="en-US" sz="40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type="subTitle" idx="1"/>
          </p:nvPr>
        </p:nvSpPr>
        <p:spPr>
          <a:xfrm>
            <a:off x="269632" y="996463"/>
            <a:ext cx="11877180" cy="5841532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以下列子为模拟，给大家一个感觉。</a:t>
            </a:r>
            <a:endParaRPr lang="en-US" altLang="zh-CN" sz="240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</a:pPr>
            <a:endParaRPr lang="en-US" altLang="zh-CN" sz="24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、假设我在</a:t>
            </a:r>
            <a:r>
              <a:rPr lang="en-US" altLang="zh-CN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GOD</a:t>
            </a:r>
            <a:r>
              <a:rPr lang="zh-CN" altLang="en-US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中新增一个方法（暂时写死），叫做</a:t>
            </a:r>
            <a:r>
              <a:rPr lang="en-US" altLang="zh-CN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render.</a:t>
            </a:r>
          </a:p>
          <a:p>
            <a:pPr algn="l">
              <a:lnSpc>
                <a:spcPct val="150000"/>
              </a:lnSpc>
            </a:pPr>
            <a:endParaRPr lang="en-US" altLang="zh-CN" sz="24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、在</a:t>
            </a:r>
            <a:r>
              <a:rPr lang="en-US" altLang="zh-CN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index.html</a:t>
            </a:r>
            <a:r>
              <a:rPr lang="zh-CN" altLang="en-US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中写一个 </a:t>
            </a:r>
            <a:r>
              <a:rPr lang="en-US" altLang="zh-CN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div,</a:t>
            </a:r>
            <a:r>
              <a:rPr lang="zh-CN" altLang="en-US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设置</a:t>
            </a:r>
            <a:r>
              <a:rPr lang="en-US" altLang="zh-CN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zh-CN" altLang="en-US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。当执行</a:t>
            </a:r>
            <a:r>
              <a:rPr lang="en-US" altLang="zh-CN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God</a:t>
            </a:r>
            <a:r>
              <a:rPr lang="zh-CN" altLang="en-US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render</a:t>
            </a:r>
            <a:r>
              <a:rPr lang="zh-CN" altLang="en-US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方法后自动显示当前版本</a:t>
            </a:r>
            <a:endParaRPr lang="en-US" altLang="zh-CN" sz="240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</a:pPr>
            <a:endParaRPr lang="en-US" altLang="zh-CN" sz="24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、一旦修改了</a:t>
            </a:r>
            <a:r>
              <a:rPr lang="en-US" altLang="zh-CN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version</a:t>
            </a:r>
            <a:r>
              <a:rPr lang="zh-CN" altLang="en-US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值后，</a:t>
            </a:r>
            <a:r>
              <a:rPr lang="en-US" altLang="zh-CN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div</a:t>
            </a:r>
            <a:r>
              <a:rPr lang="zh-CN" altLang="en-US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里面的内容自动更新</a:t>
            </a:r>
            <a:endParaRPr lang="en-US" altLang="zh-CN" sz="24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174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0343" y="1796819"/>
            <a:ext cx="835924" cy="1101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2823" y="1897989"/>
            <a:ext cx="690967" cy="898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2824" y="1897991"/>
            <a:ext cx="690361" cy="898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椭圆 1"/>
          <p:cNvSpPr/>
          <p:nvPr/>
        </p:nvSpPr>
        <p:spPr>
          <a:xfrm>
            <a:off x="7454236" y="1708819"/>
            <a:ext cx="1248139" cy="1189076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10" name="Picture 76" descr="image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025329">
            <a:off x="6432487" y="2526106"/>
            <a:ext cx="2023644" cy="954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1" descr="image7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086488">
            <a:off x="7736915" y="2452921"/>
            <a:ext cx="1253520" cy="789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184388" y="2955422"/>
            <a:ext cx="1009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smtClean="0">
                <a:solidFill>
                  <a:schemeClr val="bg1"/>
                </a:solidFill>
                <a:latin typeface="方正大标宋简体" pitchFamily="65" charset="-122"/>
                <a:ea typeface="方正大标宋简体" pitchFamily="65" charset="-122"/>
              </a:rPr>
              <a:t>程序员在囧途教育</a:t>
            </a:r>
            <a:r>
              <a:rPr lang="en-US" altLang="zh-CN" sz="3200" smtClean="0">
                <a:solidFill>
                  <a:schemeClr val="bg1"/>
                </a:solidFill>
                <a:latin typeface="方正大标宋简体" pitchFamily="65" charset="-122"/>
                <a:ea typeface="方正大标宋简体" pitchFamily="65" charset="-122"/>
              </a:rPr>
              <a:t>—</a:t>
            </a:r>
            <a:r>
              <a:rPr lang="zh-CN" altLang="en-US" sz="3200" smtClean="0">
                <a:solidFill>
                  <a:schemeClr val="bg1"/>
                </a:solidFill>
                <a:latin typeface="方正大标宋简体" pitchFamily="65" charset="-122"/>
                <a:ea typeface="方正大标宋简体" pitchFamily="65" charset="-122"/>
              </a:rPr>
              <a:t>前端专用答疑群</a:t>
            </a:r>
            <a:r>
              <a:rPr lang="en-US" altLang="zh-CN" sz="3200">
                <a:solidFill>
                  <a:schemeClr val="bg1"/>
                </a:solidFill>
                <a:latin typeface="方正大标宋简体" pitchFamily="65" charset="-122"/>
                <a:ea typeface="方正大标宋简体" pitchFamily="65" charset="-122"/>
              </a:rPr>
              <a:t>:484148000</a:t>
            </a:r>
            <a:endParaRPr lang="zh-CN" altLang="en-US" sz="3200">
              <a:solidFill>
                <a:schemeClr val="bg1"/>
              </a:solidFill>
              <a:latin typeface="方正大标宋简体" pitchFamily="65" charset="-122"/>
              <a:ea typeface="方正大标宋简体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19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xit" presetSubtype="32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repeatCount="indefinite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5" presetClass="emph" presetSubtype="0" repeatCount="2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4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5" presetClass="emph" presetSubtype="0" repeatCount="2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0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6385</TotalTime>
  <Words>259</Words>
  <Application>Microsoft Office PowerPoint</Application>
  <PresentationFormat>宽屏</PresentationFormat>
  <Paragraphs>39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方正大标宋简体</vt:lpstr>
      <vt:lpstr>宋体</vt:lpstr>
      <vt:lpstr>微软雅黑</vt:lpstr>
      <vt:lpstr>Arial</vt:lpstr>
      <vt:lpstr>Calibri</vt:lpstr>
      <vt:lpstr>Calibri Light</vt:lpstr>
      <vt:lpstr>Office 主题</vt:lpstr>
      <vt:lpstr>1_Office 主题​​</vt:lpstr>
      <vt:lpstr>4_Office 主题​​</vt:lpstr>
      <vt:lpstr>javascript魔鬼训练</vt:lpstr>
      <vt:lpstr>      第八回: 反复训练之 object中属性"监控"(中) 自动更新页面数据  </vt:lpstr>
      <vt:lpstr>本期目标</vt:lpstr>
      <vt:lpstr>目前我们课程代码的结构</vt:lpstr>
      <vt:lpstr>上节课课后作业</vt:lpstr>
      <vt:lpstr>我们来做个列子，看看实际中怎么用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admin</cp:lastModifiedBy>
  <cp:revision>678</cp:revision>
  <dcterms:created xsi:type="dcterms:W3CDTF">2016-05-22T15:40:23Z</dcterms:created>
  <dcterms:modified xsi:type="dcterms:W3CDTF">2017-01-02T04:48:29Z</dcterms:modified>
</cp:coreProperties>
</file>